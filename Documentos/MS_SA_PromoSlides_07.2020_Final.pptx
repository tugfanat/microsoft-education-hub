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29" r:id="rId4"/>
  </p:sldMasterIdLst>
  <p:notesMasterIdLst>
    <p:notesMasterId r:id="rId11"/>
  </p:notesMasterIdLst>
  <p:handoutMasterIdLst>
    <p:handoutMasterId r:id="rId12"/>
  </p:handoutMasterIdLst>
  <p:sldIdLst>
    <p:sldId id="1875" r:id="rId5"/>
    <p:sldId id="1912" r:id="rId6"/>
    <p:sldId id="1913" r:id="rId7"/>
    <p:sldId id="1877" r:id="rId8"/>
    <p:sldId id="1881" r:id="rId9"/>
    <p:sldId id="1911" r:id="rId10"/>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EFAFB233-063F-42B5-8137-9DF3F51BA10A}">
      <p15:sldGuideLst xmlns:p15="http://schemas.microsoft.com/office/powerpoint/2012/main">
        <p15:guide id="1" pos="5112" userDrawn="1">
          <p15:clr>
            <a:srgbClr val="A4A3A4"/>
          </p15:clr>
        </p15:guide>
        <p15:guide id="2" pos="2568" userDrawn="1">
          <p15:clr>
            <a:srgbClr val="A4A3A4"/>
          </p15:clr>
        </p15:guide>
        <p15:guide id="3" pos="4056" userDrawn="1">
          <p15:clr>
            <a:srgbClr val="A4A3A4"/>
          </p15:clr>
        </p15:guide>
        <p15:guide id="4" orient="horz" pos="2208"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8" clrIdx="3">
    <p:extLst>
      <p:ext uri="{19B8F6BF-5375-455C-9EA6-DF929625EA0E}">
        <p15:presenceInfo xmlns:p15="http://schemas.microsoft.com/office/powerpoint/2012/main" userId="S-1-5-21-2127521184-1604012920-1887927527-6500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F2F2F"/>
    <a:srgbClr val="0078D4"/>
    <a:srgbClr val="50E6FF"/>
    <a:srgbClr val="D59DFF"/>
    <a:srgbClr val="00BCF2"/>
    <a:srgbClr val="0D0D0D"/>
    <a:srgbClr val="5C2D91"/>
    <a:srgbClr val="5C2C91"/>
    <a:srgbClr val="E2E3E5"/>
    <a:srgbClr val="E3E4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9DC5236-C3CD-C25E-D1F9-4FD27F1129D8}" v="2" dt="2025-05-27T20:09:29.52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0" d="100"/>
          <a:sy n="70" d="100"/>
        </p:scale>
        <p:origin x="1138" y="278"/>
      </p:cViewPr>
      <p:guideLst>
        <p:guide pos="5112"/>
        <p:guide pos="2568"/>
        <p:guide pos="4056"/>
        <p:guide orient="horz" pos="2208"/>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commentAuthors" Target="commentAuthors.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oug Masuda (Ascendion  Inc)" userId="8040d064-77e5-4d35-b84f-218cad92846e" providerId="ADAL" clId="{D613D39B-5CBF-4276-8697-D55262F131E5}"/>
    <pc:docChg chg="undo custSel modSld">
      <pc:chgData name="Doug Masuda (Ascendion  Inc)" userId="8040d064-77e5-4d35-b84f-218cad92846e" providerId="ADAL" clId="{D613D39B-5CBF-4276-8697-D55262F131E5}" dt="2025-05-23T20:01:44.584" v="21" actId="167"/>
      <pc:docMkLst>
        <pc:docMk/>
      </pc:docMkLst>
      <pc:sldChg chg="modSp mod">
        <pc:chgData name="Doug Masuda (Ascendion  Inc)" userId="8040d064-77e5-4d35-b84f-218cad92846e" providerId="ADAL" clId="{D613D39B-5CBF-4276-8697-D55262F131E5}" dt="2025-05-23T20:00:36.321" v="15" actId="167"/>
        <pc:sldMkLst>
          <pc:docMk/>
          <pc:sldMk cId="2053255240" sldId="1875"/>
        </pc:sldMkLst>
        <pc:picChg chg="mod ord">
          <ac:chgData name="Doug Masuda (Ascendion  Inc)" userId="8040d064-77e5-4d35-b84f-218cad92846e" providerId="ADAL" clId="{D613D39B-5CBF-4276-8697-D55262F131E5}" dt="2025-05-23T20:00:36.321" v="15" actId="167"/>
          <ac:picMkLst>
            <pc:docMk/>
            <pc:sldMk cId="2053255240" sldId="1875"/>
            <ac:picMk id="12" creationId="{3CE85BB9-2E8A-4110-B643-755DD6C31BCF}"/>
          </ac:picMkLst>
        </pc:picChg>
      </pc:sldChg>
      <pc:sldChg chg="addSp delSp modSp mod">
        <pc:chgData name="Doug Masuda (Ascendion  Inc)" userId="8040d064-77e5-4d35-b84f-218cad92846e" providerId="ADAL" clId="{D613D39B-5CBF-4276-8697-D55262F131E5}" dt="2025-05-23T19:59:58.740" v="12" actId="167"/>
        <pc:sldMkLst>
          <pc:docMk/>
          <pc:sldMk cId="4197387721" sldId="1877"/>
        </pc:sldMkLst>
        <pc:picChg chg="add del mod ord">
          <ac:chgData name="Doug Masuda (Ascendion  Inc)" userId="8040d064-77e5-4d35-b84f-218cad92846e" providerId="ADAL" clId="{D613D39B-5CBF-4276-8697-D55262F131E5}" dt="2025-05-23T19:59:58.740" v="12" actId="167"/>
          <ac:picMkLst>
            <pc:docMk/>
            <pc:sldMk cId="4197387721" sldId="1877"/>
            <ac:picMk id="8" creationId="{5CD709FC-114E-4091-985B-91BEB48938A2}"/>
          </ac:picMkLst>
        </pc:picChg>
      </pc:sldChg>
      <pc:sldChg chg="modSp mod">
        <pc:chgData name="Doug Masuda (Ascendion  Inc)" userId="8040d064-77e5-4d35-b84f-218cad92846e" providerId="ADAL" clId="{D613D39B-5CBF-4276-8697-D55262F131E5}" dt="2025-05-23T20:01:15.651" v="19" actId="167"/>
        <pc:sldMkLst>
          <pc:docMk/>
          <pc:sldMk cId="686538014" sldId="1881"/>
        </pc:sldMkLst>
        <pc:picChg chg="mod ord">
          <ac:chgData name="Doug Masuda (Ascendion  Inc)" userId="8040d064-77e5-4d35-b84f-218cad92846e" providerId="ADAL" clId="{D613D39B-5CBF-4276-8697-D55262F131E5}" dt="2025-05-23T20:01:15.651" v="19" actId="167"/>
          <ac:picMkLst>
            <pc:docMk/>
            <pc:sldMk cId="686538014" sldId="1881"/>
            <ac:picMk id="8" creationId="{E0982AE4-E015-44EA-940E-980DD4AA3EAA}"/>
          </ac:picMkLst>
        </pc:picChg>
      </pc:sldChg>
      <pc:sldChg chg="modSp mod">
        <pc:chgData name="Doug Masuda (Ascendion  Inc)" userId="8040d064-77e5-4d35-b84f-218cad92846e" providerId="ADAL" clId="{D613D39B-5CBF-4276-8697-D55262F131E5}" dt="2025-05-23T20:01:44.584" v="21" actId="167"/>
        <pc:sldMkLst>
          <pc:docMk/>
          <pc:sldMk cId="2696278709" sldId="1911"/>
        </pc:sldMkLst>
        <pc:picChg chg="mod ord">
          <ac:chgData name="Doug Masuda (Ascendion  Inc)" userId="8040d064-77e5-4d35-b84f-218cad92846e" providerId="ADAL" clId="{D613D39B-5CBF-4276-8697-D55262F131E5}" dt="2025-05-23T20:01:44.584" v="21" actId="167"/>
          <ac:picMkLst>
            <pc:docMk/>
            <pc:sldMk cId="2696278709" sldId="1911"/>
            <ac:picMk id="8" creationId="{6DAAC5AB-DB8D-455A-9B08-3651F455A709}"/>
          </ac:picMkLst>
        </pc:picChg>
      </pc:sldChg>
      <pc:sldChg chg="modSp">
        <pc:chgData name="Doug Masuda (Ascendion  Inc)" userId="8040d064-77e5-4d35-b84f-218cad92846e" providerId="ADAL" clId="{D613D39B-5CBF-4276-8697-D55262F131E5}" dt="2025-05-23T20:00:46.455" v="16" actId="14826"/>
        <pc:sldMkLst>
          <pc:docMk/>
          <pc:sldMk cId="2807284481" sldId="1912"/>
        </pc:sldMkLst>
        <pc:picChg chg="mod">
          <ac:chgData name="Doug Masuda (Ascendion  Inc)" userId="8040d064-77e5-4d35-b84f-218cad92846e" providerId="ADAL" clId="{D613D39B-5CBF-4276-8697-D55262F131E5}" dt="2025-05-23T20:00:46.455" v="16" actId="14826"/>
          <ac:picMkLst>
            <pc:docMk/>
            <pc:sldMk cId="2807284481" sldId="1912"/>
            <ac:picMk id="8" creationId="{0EFDBDC2-8122-49FF-98C7-B3777479E288}"/>
          </ac:picMkLst>
        </pc:picChg>
        <pc:picChg chg="mod">
          <ac:chgData name="Doug Masuda (Ascendion  Inc)" userId="8040d064-77e5-4d35-b84f-218cad92846e" providerId="ADAL" clId="{D613D39B-5CBF-4276-8697-D55262F131E5}" dt="2025-05-19T18:44:18.279" v="0" actId="14826"/>
          <ac:picMkLst>
            <pc:docMk/>
            <pc:sldMk cId="2807284481" sldId="1912"/>
            <ac:picMk id="10" creationId="{AEA88234-9D19-435C-B637-F1601061AFAF}"/>
          </ac:picMkLst>
        </pc:picChg>
      </pc:sldChg>
      <pc:sldChg chg="modSp mod">
        <pc:chgData name="Doug Masuda (Ascendion  Inc)" userId="8040d064-77e5-4d35-b84f-218cad92846e" providerId="ADAL" clId="{D613D39B-5CBF-4276-8697-D55262F131E5}" dt="2025-05-23T20:00:14.537" v="13" actId="14826"/>
        <pc:sldMkLst>
          <pc:docMk/>
          <pc:sldMk cId="4040256741" sldId="1913"/>
        </pc:sldMkLst>
        <pc:picChg chg="mod">
          <ac:chgData name="Doug Masuda (Ascendion  Inc)" userId="8040d064-77e5-4d35-b84f-218cad92846e" providerId="ADAL" clId="{D613D39B-5CBF-4276-8697-D55262F131E5}" dt="2025-05-19T18:49:00.819" v="5" actId="14826"/>
          <ac:picMkLst>
            <pc:docMk/>
            <pc:sldMk cId="4040256741" sldId="1913"/>
            <ac:picMk id="7" creationId="{2A6B18AD-F318-4118-A08E-B8E5FA2A9968}"/>
          </ac:picMkLst>
        </pc:picChg>
        <pc:picChg chg="mod">
          <ac:chgData name="Doug Masuda (Ascendion  Inc)" userId="8040d064-77e5-4d35-b84f-218cad92846e" providerId="ADAL" clId="{D613D39B-5CBF-4276-8697-D55262F131E5}" dt="2025-05-23T20:00:14.537" v="13" actId="14826"/>
          <ac:picMkLst>
            <pc:docMk/>
            <pc:sldMk cId="4040256741" sldId="1913"/>
            <ac:picMk id="12" creationId="{C8A239C5-88BE-4F7F-A31B-1C43B00A3472}"/>
          </ac:picMkLst>
        </pc:picChg>
      </pc:sldChg>
    </pc:docChg>
  </pc:docChgLst>
  <pc:docChgLst>
    <pc:chgData name="Jenisha Amatya (Dexian)" userId="S::v-jeniamatya@microsoft.com::1eda03d1-7088-441b-a36e-2dc876675eec" providerId="AD" clId="Web-{E9DC5236-C3CD-C25E-D1F9-4FD27F1129D8}"/>
    <pc:docChg chg="modSld">
      <pc:chgData name="Jenisha Amatya (Dexian)" userId="S::v-jeniamatya@microsoft.com::1eda03d1-7088-441b-a36e-2dc876675eec" providerId="AD" clId="Web-{E9DC5236-C3CD-C25E-D1F9-4FD27F1129D8}" dt="2025-05-27T20:09:29.523" v="1" actId="1076"/>
      <pc:docMkLst>
        <pc:docMk/>
      </pc:docMkLst>
      <pc:sldChg chg="modSp">
        <pc:chgData name="Jenisha Amatya (Dexian)" userId="S::v-jeniamatya@microsoft.com::1eda03d1-7088-441b-a36e-2dc876675eec" providerId="AD" clId="Web-{E9DC5236-C3CD-C25E-D1F9-4FD27F1129D8}" dt="2025-05-27T20:09:29.523" v="1" actId="1076"/>
        <pc:sldMkLst>
          <pc:docMk/>
          <pc:sldMk cId="4040256741" sldId="1913"/>
        </pc:sldMkLst>
        <pc:picChg chg="mod">
          <ac:chgData name="Jenisha Amatya (Dexian)" userId="S::v-jeniamatya@microsoft.com::1eda03d1-7088-441b-a36e-2dc876675eec" providerId="AD" clId="Web-{E9DC5236-C3CD-C25E-D1F9-4FD27F1129D8}" dt="2025-05-27T20:09:29.523" v="1" actId="1076"/>
          <ac:picMkLst>
            <pc:docMk/>
            <pc:sldMk cId="4040256741" sldId="1913"/>
            <ac:picMk id="7" creationId="{2A6B18AD-F318-4118-A08E-B8E5FA2A9968}"/>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60F9EC6-89FF-47E1-8594-1A32E3B45134}" type="datetime8">
              <a:rPr lang="en-US" smtClean="0">
                <a:latin typeface="Segoe UI" pitchFamily="34" charset="0"/>
              </a:rPr>
              <a:t>5/27/2025 1:09 PM</a:t>
            </a:fld>
            <a:endParaRPr lang="en-US">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386CE63F-9E7F-4C04-9D0D-FCA25A8E9E86}" type="datetime8">
              <a:rPr lang="en-US" smtClean="0"/>
              <a:t>5/27/2025 1:08 PM</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Light"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E2F19A73-88F5-4B80-A929-CF8E66EE5449}" type="datetime8">
              <a:rPr lang="en-US" smtClean="0"/>
              <a:t>5/27/2025 1:08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a:t>
            </a:fld>
            <a:endParaRPr lang="en-US"/>
          </a:p>
        </p:txBody>
      </p:sp>
    </p:spTree>
    <p:extLst>
      <p:ext uri="{BB962C8B-B14F-4D97-AF65-F5344CB8AC3E}">
        <p14:creationId xmlns:p14="http://schemas.microsoft.com/office/powerpoint/2010/main" val="22787206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80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E2F19A73-88F5-4B80-A929-CF8E66EE5449}" type="datetime8">
              <a:rPr lang="en-US" smtClean="0"/>
              <a:t>5/27/2025 1:08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a:t>
            </a:fld>
            <a:endParaRPr lang="en-US"/>
          </a:p>
        </p:txBody>
      </p:sp>
    </p:spTree>
    <p:extLst>
      <p:ext uri="{BB962C8B-B14F-4D97-AF65-F5344CB8AC3E}">
        <p14:creationId xmlns:p14="http://schemas.microsoft.com/office/powerpoint/2010/main" val="17646677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80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E2F19A73-88F5-4B80-A929-CF8E66EE5449}" type="datetime8">
              <a:rPr lang="en-US" smtClean="0"/>
              <a:t>5/27/2025 1:08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3</a:t>
            </a:fld>
            <a:endParaRPr lang="en-US"/>
          </a:p>
        </p:txBody>
      </p:sp>
    </p:spTree>
    <p:extLst>
      <p:ext uri="{BB962C8B-B14F-4D97-AF65-F5344CB8AC3E}">
        <p14:creationId xmlns:p14="http://schemas.microsoft.com/office/powerpoint/2010/main" val="35630568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E2F19A73-88F5-4B80-A929-CF8E66EE5449}" type="datetime8">
              <a:rPr lang="en-US" smtClean="0"/>
              <a:t>5/27/2025 1:08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4</a:t>
            </a:fld>
            <a:endParaRPr lang="en-US"/>
          </a:p>
        </p:txBody>
      </p:sp>
    </p:spTree>
    <p:extLst>
      <p:ext uri="{BB962C8B-B14F-4D97-AF65-F5344CB8AC3E}">
        <p14:creationId xmlns:p14="http://schemas.microsoft.com/office/powerpoint/2010/main" val="17730052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E2F19A73-88F5-4B80-A929-CF8E66EE5449}" type="datetime8">
              <a:rPr lang="en-US" smtClean="0"/>
              <a:t>5/27/2025 1:09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5</a:t>
            </a:fld>
            <a:endParaRPr lang="en-US"/>
          </a:p>
        </p:txBody>
      </p:sp>
    </p:spTree>
    <p:extLst>
      <p:ext uri="{BB962C8B-B14F-4D97-AF65-F5344CB8AC3E}">
        <p14:creationId xmlns:p14="http://schemas.microsoft.com/office/powerpoint/2010/main" val="40657689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E2F19A73-88F5-4B80-A929-CF8E66EE5449}" type="datetime8">
              <a:rPr lang="en-US" smtClean="0"/>
              <a:t>5/27/2025 1:09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6</a:t>
            </a:fld>
            <a:endParaRPr lang="en-US"/>
          </a:p>
        </p:txBody>
      </p:sp>
    </p:spTree>
    <p:extLst>
      <p:ext uri="{BB962C8B-B14F-4D97-AF65-F5344CB8AC3E}">
        <p14:creationId xmlns:p14="http://schemas.microsoft.com/office/powerpoint/2010/main" val="20282831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2">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068010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1272">
          <p15:clr>
            <a:srgbClr val="5ACBF0"/>
          </p15:clr>
        </p15:guide>
        <p15:guide id="3"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1E0D8DB-48F2-4A05-915E-02B8053130A3}"/>
              </a:ext>
              <a:ext uri="{C183D7F6-B498-43B3-948B-1728B52AA6E4}">
                <adec:decorative xmlns:adec="http://schemas.microsoft.com/office/drawing/2017/decorative" val="0"/>
              </a:ext>
            </a:extLst>
          </p:cNvPr>
          <p:cNvPicPr>
            <a:picLocks noChangeAspect="1"/>
          </p:cNvPicPr>
          <p:nvPr userDrawn="1"/>
        </p:nvPicPr>
        <p:blipFill rotWithShape="1">
          <a:blip r:embed="rId3"/>
          <a:srcRect l="762"/>
          <a:stretch/>
        </p:blipFill>
        <p:spPr>
          <a:xfrm rot="5400000">
            <a:off x="9455831" y="2843773"/>
            <a:ext cx="6858000" cy="1170455"/>
          </a:xfrm>
          <a:prstGeom prst="rect">
            <a:avLst/>
          </a:prstGeom>
        </p:spPr>
      </p:pic>
    </p:spTree>
    <p:extLst>
      <p:ext uri="{BB962C8B-B14F-4D97-AF65-F5344CB8AC3E}">
        <p14:creationId xmlns:p14="http://schemas.microsoft.com/office/powerpoint/2010/main" val="3588427678"/>
      </p:ext>
    </p:extLst>
  </p:cSld>
  <p:clrMap bg1="lt1" tx1="dk1" bg2="lt2" tx2="dk2" accent1="accent1" accent2="accent2" accent3="accent3" accent4="accent4" accent5="accent5" accent6="accent6" hlink="hlink" folHlink="folHlink"/>
  <p:sldLayoutIdLst>
    <p:sldLayoutId id="2147484667" r:id="rId1"/>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userDrawn="1">
          <p15:clr>
            <a:srgbClr val="C35EA4"/>
          </p15:clr>
        </p15:guide>
        <p15:guide id="17" pos="7313" userDrawn="1">
          <p15:clr>
            <a:srgbClr val="C35EA4"/>
          </p15:clr>
        </p15:guide>
        <p15:guide id="25" orient="horz" pos="369" userDrawn="1">
          <p15:clr>
            <a:srgbClr val="C35EA4"/>
          </p15:clr>
        </p15:guide>
        <p15:guide id="26" orient="horz" pos="3949" userDrawn="1">
          <p15:clr>
            <a:srgbClr val="C35EA4"/>
          </p15:clr>
        </p15:guide>
        <p15:guide id="27" orient="horz" pos="184" userDrawn="1">
          <p15:clr>
            <a:srgbClr val="A4A3A4"/>
          </p15:clr>
        </p15:guide>
        <p15:guide id="28" pos="185" userDrawn="1">
          <p15:clr>
            <a:srgbClr val="A4A3A4"/>
          </p15:clr>
        </p15:guide>
        <p15:guide id="29" orient="horz" pos="4135" userDrawn="1">
          <p15:clr>
            <a:srgbClr val="A4A3A4"/>
          </p15:clr>
        </p15:guide>
        <p15:guide id="30" pos="7495" userDrawn="1">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emf"/></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7.emf"/></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emf"/></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3CE85BB9-2E8A-4110-B643-755DD6C31BCF}"/>
              </a:ext>
            </a:extLst>
          </p:cNvPr>
          <p:cNvPicPr>
            <a:picLocks noChangeAspect="1"/>
          </p:cNvPicPr>
          <p:nvPr/>
        </p:nvPicPr>
        <p:blipFill>
          <a:blip r:embed="rId3"/>
          <a:srcRect/>
          <a:stretch/>
        </p:blipFill>
        <p:spPr>
          <a:xfrm>
            <a:off x="0" y="0"/>
            <a:ext cx="12191999" cy="6858000"/>
          </a:xfrm>
          <a:prstGeom prst="rect">
            <a:avLst/>
          </a:prstGeom>
        </p:spPr>
      </p:pic>
      <p:sp>
        <p:nvSpPr>
          <p:cNvPr id="17" name="Rectangle 16">
            <a:extLst>
              <a:ext uri="{FF2B5EF4-FFF2-40B4-BE49-F238E27FC236}">
                <a16:creationId xmlns:a16="http://schemas.microsoft.com/office/drawing/2014/main" id="{02B1A4FB-C257-46D8-A4FF-A5B944547FFD}"/>
              </a:ext>
            </a:extLst>
          </p:cNvPr>
          <p:cNvSpPr/>
          <p:nvPr/>
        </p:nvSpPr>
        <p:spPr>
          <a:xfrm>
            <a:off x="584200" y="2860984"/>
            <a:ext cx="5125224" cy="1323439"/>
          </a:xfrm>
          <a:prstGeom prst="rect">
            <a:avLst/>
          </a:prstGeom>
        </p:spPr>
        <p:txBody>
          <a:bodyPr wrap="square" lIns="0">
            <a:spAutoFit/>
          </a:bodyPr>
          <a:lstStyle/>
          <a:p>
            <a:r>
              <a:rPr lang="en-US" sz="2000">
                <a:latin typeface="Segoe UI Light" panose="020B0502040204020203" pitchFamily="34" charset="0"/>
                <a:cs typeface="Segoe UI Light" panose="020B0502040204020203" pitchFamily="34" charset="0"/>
              </a:rPr>
              <a:t>We’re looking for student leaders with a passion for making a difference, building vibrant communities, and sharing the latest tech with their peers.</a:t>
            </a:r>
          </a:p>
        </p:txBody>
      </p:sp>
      <p:pic>
        <p:nvPicPr>
          <p:cNvPr id="22" name="MS logo gray - EMF" descr="Microsoft logo, gray text version">
            <a:extLst>
              <a:ext uri="{FF2B5EF4-FFF2-40B4-BE49-F238E27FC236}">
                <a16:creationId xmlns:a16="http://schemas.microsoft.com/office/drawing/2014/main" id="{E9676743-8B0D-466A-88CE-26A357BEB41B}"/>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bwMode="black">
          <a:xfrm>
            <a:off x="10242948" y="583420"/>
            <a:ext cx="1366440" cy="292608"/>
          </a:xfrm>
          <a:prstGeom prst="rect">
            <a:avLst/>
          </a:prstGeom>
        </p:spPr>
      </p:pic>
      <p:sp>
        <p:nvSpPr>
          <p:cNvPr id="23" name="Rectangle 22">
            <a:extLst>
              <a:ext uri="{FF2B5EF4-FFF2-40B4-BE49-F238E27FC236}">
                <a16:creationId xmlns:a16="http://schemas.microsoft.com/office/drawing/2014/main" id="{FC93A2A1-B099-4308-BE9A-AFFE8602697E}"/>
              </a:ext>
            </a:extLst>
          </p:cNvPr>
          <p:cNvSpPr/>
          <p:nvPr/>
        </p:nvSpPr>
        <p:spPr>
          <a:xfrm>
            <a:off x="571500" y="1402422"/>
            <a:ext cx="6807200" cy="1323439"/>
          </a:xfrm>
          <a:prstGeom prst="rect">
            <a:avLst/>
          </a:prstGeom>
        </p:spPr>
        <p:txBody>
          <a:bodyPr wrap="square" lIns="0">
            <a:spAutoFit/>
          </a:bodyPr>
          <a:lstStyle/>
          <a:p>
            <a:r>
              <a:rPr lang="en-US" sz="4000" spc="-50" dirty="0">
                <a:ln w="3175">
                  <a:noFill/>
                </a:ln>
                <a:solidFill>
                  <a:srgbClr val="1A1A1A"/>
                </a:solidFill>
                <a:latin typeface="+mj-lt"/>
                <a:cs typeface="Segoe UI" pitchFamily="34" charset="0"/>
              </a:rPr>
              <a:t>Become a Microsoft</a:t>
            </a:r>
          </a:p>
          <a:p>
            <a:r>
              <a:rPr lang="en-US" sz="4000" spc="-50" dirty="0">
                <a:ln w="3175">
                  <a:noFill/>
                </a:ln>
                <a:solidFill>
                  <a:srgbClr val="1A1A1A"/>
                </a:solidFill>
                <a:latin typeface="+mj-lt"/>
                <a:cs typeface="Segoe UI" pitchFamily="34" charset="0"/>
              </a:rPr>
              <a:t>Student Ambassador</a:t>
            </a:r>
          </a:p>
        </p:txBody>
      </p:sp>
      <p:sp>
        <p:nvSpPr>
          <p:cNvPr id="14" name="Text Placeholder 4">
            <a:extLst>
              <a:ext uri="{FF2B5EF4-FFF2-40B4-BE49-F238E27FC236}">
                <a16:creationId xmlns:a16="http://schemas.microsoft.com/office/drawing/2014/main" id="{E092E5EB-1B1C-4CA8-A522-05E42A8D3839}"/>
              </a:ext>
            </a:extLst>
          </p:cNvPr>
          <p:cNvSpPr txBox="1">
            <a:spLocks/>
          </p:cNvSpPr>
          <p:nvPr/>
        </p:nvSpPr>
        <p:spPr bwMode="auto">
          <a:xfrm>
            <a:off x="589094" y="5668790"/>
            <a:ext cx="5271956" cy="444845"/>
          </a:xfrm>
          <a:prstGeom prst="rect">
            <a:avLst/>
          </a:prstGeom>
          <a:noFill/>
        </p:spPr>
        <p:txBody>
          <a:bodyPr vert="horz" lIns="0" tIns="109728" rIns="0" bIns="109728" rtlCol="0" anchor="ctr">
            <a:noAutofit/>
          </a:bodyPr>
          <a:lstStyle>
            <a:defPPr>
              <a:defRPr lang="en-US"/>
            </a:defPPr>
            <a:lvl1pPr marL="0" indent="0" algn="r" defTabSz="914400" rtl="0" eaLnBrk="1" latinLnBrk="0" hangingPunct="1">
              <a:spcBef>
                <a:spcPts val="0"/>
              </a:spcBef>
              <a:buNone/>
              <a:defRPr sz="4000" kern="1200" spc="0" baseline="0">
                <a:gradFill>
                  <a:gsLst>
                    <a:gs pos="2917">
                      <a:srgbClr val="FFFFFF"/>
                    </a:gs>
                    <a:gs pos="30000">
                      <a:srgbClr val="FFFFFF"/>
                    </a:gs>
                  </a:gsLst>
                  <a:lin ang="5400000" scaled="0"/>
                </a:gra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800">
                <a:solidFill>
                  <a:srgbClr val="2F2F2F"/>
                </a:solidFill>
                <a:latin typeface="Segoe UI Semilight" panose="020B0402040204020203" pitchFamily="34" charset="0"/>
                <a:cs typeface="Segoe UI Semilight" panose="020B0402040204020203" pitchFamily="34" charset="0"/>
              </a:rPr>
              <a:t>Learn more &gt; </a:t>
            </a:r>
            <a:r>
              <a:rPr lang="en-US" sz="1800">
                <a:solidFill>
                  <a:srgbClr val="0078D4"/>
                </a:solidFill>
                <a:cs typeface="Segoe UI Light" panose="020B0502040204020203" pitchFamily="34" charset="0"/>
              </a:rPr>
              <a:t>StudentAmbassadors.com</a:t>
            </a:r>
          </a:p>
        </p:txBody>
      </p:sp>
    </p:spTree>
    <p:extLst>
      <p:ext uri="{BB962C8B-B14F-4D97-AF65-F5344CB8AC3E}">
        <p14:creationId xmlns:p14="http://schemas.microsoft.com/office/powerpoint/2010/main" val="2053255240"/>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EFDBDC2-8122-49FF-98C7-B3777479E288}"/>
              </a:ext>
            </a:extLst>
          </p:cNvPr>
          <p:cNvPicPr>
            <a:picLocks noChangeAspect="1"/>
          </p:cNvPicPr>
          <p:nvPr/>
        </p:nvPicPr>
        <p:blipFill>
          <a:blip r:embed="rId3"/>
          <a:srcRect/>
          <a:stretch/>
        </p:blipFill>
        <p:spPr>
          <a:xfrm>
            <a:off x="2" y="0"/>
            <a:ext cx="12191998" cy="6858000"/>
          </a:xfrm>
          <a:prstGeom prst="rect">
            <a:avLst/>
          </a:prstGeom>
        </p:spPr>
      </p:pic>
      <p:sp>
        <p:nvSpPr>
          <p:cNvPr id="17" name="Rectangle 16">
            <a:extLst>
              <a:ext uri="{FF2B5EF4-FFF2-40B4-BE49-F238E27FC236}">
                <a16:creationId xmlns:a16="http://schemas.microsoft.com/office/drawing/2014/main" id="{02B1A4FB-C257-46D8-A4FF-A5B944547FFD}"/>
              </a:ext>
            </a:extLst>
          </p:cNvPr>
          <p:cNvSpPr/>
          <p:nvPr/>
        </p:nvSpPr>
        <p:spPr>
          <a:xfrm>
            <a:off x="584199" y="2867334"/>
            <a:ext cx="5714009" cy="1323439"/>
          </a:xfrm>
          <a:prstGeom prst="rect">
            <a:avLst/>
          </a:prstGeom>
        </p:spPr>
        <p:txBody>
          <a:bodyPr wrap="square" lIns="0">
            <a:spAutoFit/>
          </a:bodyPr>
          <a:lstStyle/>
          <a:p>
            <a:r>
              <a:rPr lang="en-US" sz="2000" dirty="0">
                <a:latin typeface="Segoe UI Light" panose="020B0502040204020203" pitchFamily="34" charset="0"/>
                <a:cs typeface="Segoe UI Light" panose="020B0502040204020203" pitchFamily="34" charset="0"/>
              </a:rPr>
              <a:t>We’re looking for student leaders with a passion for making a difference, building vibrant communities, and sharing the latest tech with their peers. Become a Microsoft Student Ambassador. </a:t>
            </a:r>
          </a:p>
        </p:txBody>
      </p:sp>
      <p:sp>
        <p:nvSpPr>
          <p:cNvPr id="23" name="Rectangle 22">
            <a:extLst>
              <a:ext uri="{FF2B5EF4-FFF2-40B4-BE49-F238E27FC236}">
                <a16:creationId xmlns:a16="http://schemas.microsoft.com/office/drawing/2014/main" id="{FC93A2A1-B099-4308-BE9A-AFFE8602697E}"/>
              </a:ext>
            </a:extLst>
          </p:cNvPr>
          <p:cNvSpPr/>
          <p:nvPr/>
        </p:nvSpPr>
        <p:spPr>
          <a:xfrm>
            <a:off x="558800" y="1812669"/>
            <a:ext cx="6807200" cy="830997"/>
          </a:xfrm>
          <a:prstGeom prst="rect">
            <a:avLst/>
          </a:prstGeom>
        </p:spPr>
        <p:txBody>
          <a:bodyPr wrap="square" lIns="0">
            <a:spAutoFit/>
          </a:bodyPr>
          <a:lstStyle/>
          <a:p>
            <a:r>
              <a:rPr lang="en-US" sz="4800" spc="-50" dirty="0">
                <a:ln w="3175">
                  <a:noFill/>
                </a:ln>
                <a:solidFill>
                  <a:srgbClr val="1A1A1A"/>
                </a:solidFill>
                <a:latin typeface="+mj-lt"/>
                <a:cs typeface="Segoe UI" pitchFamily="34" charset="0"/>
              </a:rPr>
              <a:t>Be a force for good</a:t>
            </a:r>
          </a:p>
        </p:txBody>
      </p:sp>
      <p:sp>
        <p:nvSpPr>
          <p:cNvPr id="13" name="Rectangle 12">
            <a:extLst>
              <a:ext uri="{FF2B5EF4-FFF2-40B4-BE49-F238E27FC236}">
                <a16:creationId xmlns:a16="http://schemas.microsoft.com/office/drawing/2014/main" id="{5804E009-F4D7-4A69-BFB8-6FC07F0809BF}"/>
              </a:ext>
            </a:extLst>
          </p:cNvPr>
          <p:cNvSpPr/>
          <p:nvPr/>
        </p:nvSpPr>
        <p:spPr>
          <a:xfrm>
            <a:off x="589092" y="5633704"/>
            <a:ext cx="4870253" cy="552784"/>
          </a:xfrm>
          <a:prstGeom prst="rect">
            <a:avLst/>
          </a:prstGeom>
          <a:solidFill>
            <a:srgbClr val="0078D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14" name="Text Placeholder 4">
            <a:extLst>
              <a:ext uri="{FF2B5EF4-FFF2-40B4-BE49-F238E27FC236}">
                <a16:creationId xmlns:a16="http://schemas.microsoft.com/office/drawing/2014/main" id="{7C3E037F-5A89-456F-A9AE-ACED19EED646}"/>
              </a:ext>
            </a:extLst>
          </p:cNvPr>
          <p:cNvSpPr txBox="1">
            <a:spLocks/>
          </p:cNvSpPr>
          <p:nvPr/>
        </p:nvSpPr>
        <p:spPr bwMode="auto">
          <a:xfrm>
            <a:off x="589094" y="5668790"/>
            <a:ext cx="4870253" cy="444845"/>
          </a:xfrm>
          <a:prstGeom prst="rect">
            <a:avLst/>
          </a:prstGeom>
          <a:noFill/>
        </p:spPr>
        <p:txBody>
          <a:bodyPr vert="horz" lIns="0" tIns="109728" rIns="0" bIns="109728" rtlCol="0" anchor="ctr">
            <a:noAutofit/>
          </a:bodyPr>
          <a:lstStyle>
            <a:defPPr>
              <a:defRPr lang="en-US"/>
            </a:defPPr>
            <a:lvl1pPr marL="0" indent="0" algn="r" defTabSz="914400" rtl="0" eaLnBrk="1" latinLnBrk="0" hangingPunct="1">
              <a:spcBef>
                <a:spcPts val="0"/>
              </a:spcBef>
              <a:buNone/>
              <a:defRPr sz="4000" kern="1200" spc="0" baseline="0">
                <a:gradFill>
                  <a:gsLst>
                    <a:gs pos="2917">
                      <a:srgbClr val="FFFFFF"/>
                    </a:gs>
                    <a:gs pos="30000">
                      <a:srgbClr val="FFFFFF"/>
                    </a:gs>
                  </a:gsLst>
                  <a:lin ang="5400000" scaled="0"/>
                </a:gra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800">
                <a:solidFill>
                  <a:schemeClr val="bg1"/>
                </a:solidFill>
                <a:latin typeface="Segoe UI Semilight" panose="020B0402040204020203" pitchFamily="34" charset="0"/>
                <a:cs typeface="Segoe UI Semilight" panose="020B0402040204020203" pitchFamily="34" charset="0"/>
              </a:rPr>
              <a:t>Learn more &gt; </a:t>
            </a:r>
            <a:r>
              <a:rPr lang="en-US" sz="1800">
                <a:solidFill>
                  <a:schemeClr val="bg1"/>
                </a:solidFill>
                <a:cs typeface="Segoe UI Light" panose="020B0502040204020203" pitchFamily="34" charset="0"/>
              </a:rPr>
              <a:t>StudentAmbassadors.com</a:t>
            </a:r>
          </a:p>
        </p:txBody>
      </p:sp>
      <p:pic>
        <p:nvPicPr>
          <p:cNvPr id="10" name="Picture 9">
            <a:extLst>
              <a:ext uri="{FF2B5EF4-FFF2-40B4-BE49-F238E27FC236}">
                <a16:creationId xmlns:a16="http://schemas.microsoft.com/office/drawing/2014/main" id="{AEA88234-9D19-435C-B637-F1601061AFAF}"/>
              </a:ext>
            </a:extLst>
          </p:cNvPr>
          <p:cNvPicPr>
            <a:picLocks noChangeAspect="1"/>
          </p:cNvPicPr>
          <p:nvPr/>
        </p:nvPicPr>
        <p:blipFill>
          <a:blip r:embed="rId4"/>
          <a:srcRect/>
          <a:stretch/>
        </p:blipFill>
        <p:spPr>
          <a:xfrm>
            <a:off x="587376" y="630282"/>
            <a:ext cx="2132954" cy="399928"/>
          </a:xfrm>
          <a:prstGeom prst="rect">
            <a:avLst/>
          </a:prstGeom>
        </p:spPr>
      </p:pic>
    </p:spTree>
    <p:extLst>
      <p:ext uri="{BB962C8B-B14F-4D97-AF65-F5344CB8AC3E}">
        <p14:creationId xmlns:p14="http://schemas.microsoft.com/office/powerpoint/2010/main" val="2807284481"/>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C8A239C5-88BE-4F7F-A31B-1C43B00A3472}"/>
              </a:ext>
            </a:extLst>
          </p:cNvPr>
          <p:cNvPicPr>
            <a:picLocks noChangeAspect="1"/>
          </p:cNvPicPr>
          <p:nvPr/>
        </p:nvPicPr>
        <p:blipFill>
          <a:blip r:embed="rId3"/>
          <a:srcRect/>
          <a:stretch/>
        </p:blipFill>
        <p:spPr>
          <a:xfrm>
            <a:off x="0" y="0"/>
            <a:ext cx="12192000" cy="6858000"/>
          </a:xfrm>
          <a:prstGeom prst="rect">
            <a:avLst/>
          </a:prstGeom>
        </p:spPr>
      </p:pic>
      <p:sp>
        <p:nvSpPr>
          <p:cNvPr id="17" name="Rectangle 16">
            <a:extLst>
              <a:ext uri="{FF2B5EF4-FFF2-40B4-BE49-F238E27FC236}">
                <a16:creationId xmlns:a16="http://schemas.microsoft.com/office/drawing/2014/main" id="{02B1A4FB-C257-46D8-A4FF-A5B944547FFD}"/>
              </a:ext>
            </a:extLst>
          </p:cNvPr>
          <p:cNvSpPr/>
          <p:nvPr/>
        </p:nvSpPr>
        <p:spPr>
          <a:xfrm>
            <a:off x="584199" y="2867334"/>
            <a:ext cx="5714009" cy="1323439"/>
          </a:xfrm>
          <a:prstGeom prst="rect">
            <a:avLst/>
          </a:prstGeom>
        </p:spPr>
        <p:txBody>
          <a:bodyPr wrap="square" lIns="0">
            <a:spAutoFit/>
          </a:bodyPr>
          <a:lstStyle/>
          <a:p>
            <a:r>
              <a:rPr lang="en-US" sz="2000" dirty="0">
                <a:solidFill>
                  <a:schemeClr val="bg1"/>
                </a:solidFill>
                <a:latin typeface="Segoe UI Light" panose="020B0502040204020203" pitchFamily="34" charset="0"/>
                <a:cs typeface="Segoe UI Light" panose="020B0502040204020203" pitchFamily="34" charset="0"/>
              </a:rPr>
              <a:t>We’re looking for student leaders with a passion for making a difference, building vibrant communities, and sharing the latest tech with their peers. Become a Microsoft Student Ambassador. </a:t>
            </a:r>
          </a:p>
        </p:txBody>
      </p:sp>
      <p:sp>
        <p:nvSpPr>
          <p:cNvPr id="23" name="Rectangle 22">
            <a:extLst>
              <a:ext uri="{FF2B5EF4-FFF2-40B4-BE49-F238E27FC236}">
                <a16:creationId xmlns:a16="http://schemas.microsoft.com/office/drawing/2014/main" id="{FC93A2A1-B099-4308-BE9A-AFFE8602697E}"/>
              </a:ext>
            </a:extLst>
          </p:cNvPr>
          <p:cNvSpPr/>
          <p:nvPr/>
        </p:nvSpPr>
        <p:spPr>
          <a:xfrm>
            <a:off x="552450" y="1812669"/>
            <a:ext cx="6807200" cy="830997"/>
          </a:xfrm>
          <a:prstGeom prst="rect">
            <a:avLst/>
          </a:prstGeom>
        </p:spPr>
        <p:txBody>
          <a:bodyPr wrap="square" lIns="0">
            <a:spAutoFit/>
          </a:bodyPr>
          <a:lstStyle/>
          <a:p>
            <a:r>
              <a:rPr lang="en-US" sz="4800" spc="-50">
                <a:ln w="3175">
                  <a:noFill/>
                </a:ln>
                <a:solidFill>
                  <a:schemeClr val="bg1"/>
                </a:solidFill>
                <a:latin typeface="+mj-lt"/>
                <a:cs typeface="Segoe UI" pitchFamily="34" charset="0"/>
              </a:rPr>
              <a:t>Be a force for good</a:t>
            </a:r>
          </a:p>
        </p:txBody>
      </p:sp>
      <p:sp>
        <p:nvSpPr>
          <p:cNvPr id="14" name="Text Placeholder 4">
            <a:extLst>
              <a:ext uri="{FF2B5EF4-FFF2-40B4-BE49-F238E27FC236}">
                <a16:creationId xmlns:a16="http://schemas.microsoft.com/office/drawing/2014/main" id="{7C3E037F-5A89-456F-A9AE-ACED19EED646}"/>
              </a:ext>
            </a:extLst>
          </p:cNvPr>
          <p:cNvSpPr txBox="1">
            <a:spLocks/>
          </p:cNvSpPr>
          <p:nvPr/>
        </p:nvSpPr>
        <p:spPr bwMode="auto">
          <a:xfrm>
            <a:off x="589094" y="5668790"/>
            <a:ext cx="5271956" cy="444845"/>
          </a:xfrm>
          <a:prstGeom prst="rect">
            <a:avLst/>
          </a:prstGeom>
          <a:noFill/>
        </p:spPr>
        <p:txBody>
          <a:bodyPr vert="horz" lIns="0" tIns="109728" rIns="0" bIns="109728" rtlCol="0" anchor="ctr">
            <a:noAutofit/>
          </a:bodyPr>
          <a:lstStyle>
            <a:defPPr>
              <a:defRPr lang="en-US"/>
            </a:defPPr>
            <a:lvl1pPr marL="0" indent="0" algn="r" defTabSz="914400" rtl="0" eaLnBrk="1" latinLnBrk="0" hangingPunct="1">
              <a:spcBef>
                <a:spcPts val="0"/>
              </a:spcBef>
              <a:buNone/>
              <a:defRPr sz="4000" kern="1200" spc="0" baseline="0">
                <a:gradFill>
                  <a:gsLst>
                    <a:gs pos="2917">
                      <a:srgbClr val="FFFFFF"/>
                    </a:gs>
                    <a:gs pos="30000">
                      <a:srgbClr val="FFFFFF"/>
                    </a:gs>
                  </a:gsLst>
                  <a:lin ang="5400000" scaled="0"/>
                </a:gra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800">
                <a:solidFill>
                  <a:srgbClr val="D59DFF"/>
                </a:solidFill>
                <a:latin typeface="Segoe UI Semilight" panose="020B0402040204020203" pitchFamily="34" charset="0"/>
                <a:cs typeface="Segoe UI Semilight" panose="020B0402040204020203" pitchFamily="34" charset="0"/>
              </a:rPr>
              <a:t>Learn more &gt; </a:t>
            </a:r>
            <a:r>
              <a:rPr lang="en-US" sz="1800">
                <a:solidFill>
                  <a:schemeClr val="bg1"/>
                </a:solidFill>
                <a:cs typeface="Segoe UI Light" panose="020B0502040204020203" pitchFamily="34" charset="0"/>
              </a:rPr>
              <a:t>StudentAmbassadors.com</a:t>
            </a:r>
          </a:p>
        </p:txBody>
      </p:sp>
      <p:pic>
        <p:nvPicPr>
          <p:cNvPr id="7" name="Picture 6">
            <a:extLst>
              <a:ext uri="{FF2B5EF4-FFF2-40B4-BE49-F238E27FC236}">
                <a16:creationId xmlns:a16="http://schemas.microsoft.com/office/drawing/2014/main" id="{2A6B18AD-F318-4118-A08E-B8E5FA2A9968}"/>
              </a:ext>
            </a:extLst>
          </p:cNvPr>
          <p:cNvPicPr>
            <a:picLocks noChangeAspect="1"/>
          </p:cNvPicPr>
          <p:nvPr/>
        </p:nvPicPr>
        <p:blipFill>
          <a:blip r:embed="rId4"/>
          <a:srcRect/>
          <a:stretch/>
        </p:blipFill>
        <p:spPr>
          <a:xfrm>
            <a:off x="588580" y="549056"/>
            <a:ext cx="2130545" cy="402335"/>
          </a:xfrm>
          <a:prstGeom prst="rect">
            <a:avLst/>
          </a:prstGeom>
        </p:spPr>
      </p:pic>
    </p:spTree>
    <p:extLst>
      <p:ext uri="{BB962C8B-B14F-4D97-AF65-F5344CB8AC3E}">
        <p14:creationId xmlns:p14="http://schemas.microsoft.com/office/powerpoint/2010/main" val="4040256741"/>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CD709FC-114E-4091-985B-91BEB48938A2}"/>
              </a:ext>
            </a:extLst>
          </p:cNvPr>
          <p:cNvPicPr>
            <a:picLocks noChangeAspect="1"/>
          </p:cNvPicPr>
          <p:nvPr/>
        </p:nvPicPr>
        <p:blipFill>
          <a:blip r:embed="rId3"/>
          <a:srcRect/>
          <a:stretch/>
        </p:blipFill>
        <p:spPr>
          <a:xfrm>
            <a:off x="0" y="0"/>
            <a:ext cx="12191999" cy="6858000"/>
          </a:xfrm>
          <a:prstGeom prst="rect">
            <a:avLst/>
          </a:prstGeom>
        </p:spPr>
      </p:pic>
      <p:sp>
        <p:nvSpPr>
          <p:cNvPr id="25" name="Rectangle 24">
            <a:extLst>
              <a:ext uri="{FF2B5EF4-FFF2-40B4-BE49-F238E27FC236}">
                <a16:creationId xmlns:a16="http://schemas.microsoft.com/office/drawing/2014/main" id="{0073BE34-8D93-4CDF-A16A-C5BF72D0770A}"/>
              </a:ext>
            </a:extLst>
          </p:cNvPr>
          <p:cNvSpPr/>
          <p:nvPr/>
        </p:nvSpPr>
        <p:spPr>
          <a:xfrm>
            <a:off x="584200" y="2818235"/>
            <a:ext cx="4893733" cy="1323439"/>
          </a:xfrm>
          <a:prstGeom prst="rect">
            <a:avLst/>
          </a:prstGeom>
        </p:spPr>
        <p:txBody>
          <a:bodyPr wrap="square" lIns="0">
            <a:spAutoFit/>
          </a:bodyPr>
          <a:lstStyle/>
          <a:p>
            <a:r>
              <a:rPr lang="en-US" sz="2000">
                <a:solidFill>
                  <a:schemeClr val="bg1"/>
                </a:solidFill>
                <a:latin typeface="Segoe UI Light" panose="020B0502040204020203" pitchFamily="34" charset="0"/>
                <a:cs typeface="Segoe UI Light" panose="020B0502040204020203" pitchFamily="34" charset="0"/>
              </a:rPr>
              <a:t>We’re looking for student leaders with a passion for making a difference, building vibrant communities, and sharing the latest tech with their peers. </a:t>
            </a:r>
          </a:p>
        </p:txBody>
      </p:sp>
      <p:sp>
        <p:nvSpPr>
          <p:cNvPr id="26" name="Rectangle 25">
            <a:extLst>
              <a:ext uri="{FF2B5EF4-FFF2-40B4-BE49-F238E27FC236}">
                <a16:creationId xmlns:a16="http://schemas.microsoft.com/office/drawing/2014/main" id="{62EAA85F-C0A4-4F5E-8DCD-3A2CE0301B28}"/>
              </a:ext>
            </a:extLst>
          </p:cNvPr>
          <p:cNvSpPr/>
          <p:nvPr/>
        </p:nvSpPr>
        <p:spPr>
          <a:xfrm>
            <a:off x="575972" y="1317868"/>
            <a:ext cx="6057900" cy="1323439"/>
          </a:xfrm>
          <a:prstGeom prst="rect">
            <a:avLst/>
          </a:prstGeom>
        </p:spPr>
        <p:txBody>
          <a:bodyPr wrap="square" lIns="0">
            <a:spAutoFit/>
          </a:bodyPr>
          <a:lstStyle/>
          <a:p>
            <a:r>
              <a:rPr lang="en-US" sz="4000" spc="-50" dirty="0">
                <a:ln w="3175">
                  <a:noFill/>
                </a:ln>
                <a:solidFill>
                  <a:schemeClr val="bg1"/>
                </a:solidFill>
                <a:latin typeface="Segoe UI Semilight" panose="020B0402040204020203" pitchFamily="34" charset="0"/>
                <a:cs typeface="Segoe UI Semilight" panose="020B0402040204020203" pitchFamily="34" charset="0"/>
              </a:rPr>
              <a:t>Become a Microsoft</a:t>
            </a:r>
          </a:p>
          <a:p>
            <a:r>
              <a:rPr lang="en-US" sz="4000" spc="-50" dirty="0">
                <a:ln w="3175">
                  <a:noFill/>
                </a:ln>
                <a:solidFill>
                  <a:schemeClr val="bg1"/>
                </a:solidFill>
                <a:latin typeface="Segoe UI Semilight" panose="020B0402040204020203" pitchFamily="34" charset="0"/>
                <a:cs typeface="Segoe UI Semilight" panose="020B0402040204020203" pitchFamily="34" charset="0"/>
              </a:rPr>
              <a:t>Student Ambassador</a:t>
            </a:r>
          </a:p>
        </p:txBody>
      </p:sp>
      <p:pic>
        <p:nvPicPr>
          <p:cNvPr id="17" name="MS logo white - EMF" descr="Microsoft logo white text version">
            <a:extLst>
              <a:ext uri="{FF2B5EF4-FFF2-40B4-BE49-F238E27FC236}">
                <a16:creationId xmlns:a16="http://schemas.microsoft.com/office/drawing/2014/main" id="{AD769396-2083-4584-9B4D-0CCE87BCBE25}"/>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bwMode="black">
          <a:xfrm>
            <a:off x="10247814" y="587376"/>
            <a:ext cx="1366245" cy="292608"/>
          </a:xfrm>
          <a:prstGeom prst="rect">
            <a:avLst/>
          </a:prstGeom>
        </p:spPr>
      </p:pic>
      <p:sp>
        <p:nvSpPr>
          <p:cNvPr id="9" name="Rectangle 8">
            <a:extLst>
              <a:ext uri="{FF2B5EF4-FFF2-40B4-BE49-F238E27FC236}">
                <a16:creationId xmlns:a16="http://schemas.microsoft.com/office/drawing/2014/main" id="{98630BFF-E502-4368-969E-B9663BBD4AD7}"/>
              </a:ext>
            </a:extLst>
          </p:cNvPr>
          <p:cNvSpPr/>
          <p:nvPr/>
        </p:nvSpPr>
        <p:spPr>
          <a:xfrm>
            <a:off x="589092" y="5633704"/>
            <a:ext cx="4888841" cy="552784"/>
          </a:xfrm>
          <a:prstGeom prst="rect">
            <a:avLst/>
          </a:prstGeom>
          <a:solidFill>
            <a:srgbClr val="5C2D9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10" name="Text Placeholder 4">
            <a:extLst>
              <a:ext uri="{FF2B5EF4-FFF2-40B4-BE49-F238E27FC236}">
                <a16:creationId xmlns:a16="http://schemas.microsoft.com/office/drawing/2014/main" id="{60AD5B44-92C0-4E26-85E0-163DCE75F844}"/>
              </a:ext>
            </a:extLst>
          </p:cNvPr>
          <p:cNvSpPr txBox="1">
            <a:spLocks/>
          </p:cNvSpPr>
          <p:nvPr/>
        </p:nvSpPr>
        <p:spPr bwMode="auto">
          <a:xfrm>
            <a:off x="589094" y="5668790"/>
            <a:ext cx="4888839" cy="444845"/>
          </a:xfrm>
          <a:prstGeom prst="rect">
            <a:avLst/>
          </a:prstGeom>
          <a:noFill/>
        </p:spPr>
        <p:txBody>
          <a:bodyPr vert="horz" lIns="0" tIns="109728" rIns="0" bIns="109728" rtlCol="0" anchor="ctr">
            <a:noAutofit/>
          </a:bodyPr>
          <a:lstStyle>
            <a:defPPr>
              <a:defRPr lang="en-US"/>
            </a:defPPr>
            <a:lvl1pPr marL="0" indent="0" algn="r" defTabSz="914400" rtl="0" eaLnBrk="1" latinLnBrk="0" hangingPunct="1">
              <a:spcBef>
                <a:spcPts val="0"/>
              </a:spcBef>
              <a:buNone/>
              <a:defRPr sz="4000" kern="1200" spc="0" baseline="0">
                <a:gradFill>
                  <a:gsLst>
                    <a:gs pos="2917">
                      <a:srgbClr val="FFFFFF"/>
                    </a:gs>
                    <a:gs pos="30000">
                      <a:srgbClr val="FFFFFF"/>
                    </a:gs>
                  </a:gsLst>
                  <a:lin ang="5400000" scaled="0"/>
                </a:gra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000">
                <a:solidFill>
                  <a:srgbClr val="D59DFF"/>
                </a:solidFill>
                <a:latin typeface="Segoe UI Light" panose="020B0502040204020203" pitchFamily="34" charset="0"/>
                <a:cs typeface="Segoe UI Light" panose="020B0502040204020203" pitchFamily="34" charset="0"/>
              </a:rPr>
              <a:t>Learn more &gt; </a:t>
            </a:r>
            <a:r>
              <a:rPr lang="en-US" sz="2000">
                <a:solidFill>
                  <a:schemeClr val="bg1"/>
                </a:solidFill>
                <a:latin typeface="Segoe UI Light" panose="020B0502040204020203" pitchFamily="34" charset="0"/>
                <a:cs typeface="Segoe UI Light" panose="020B0502040204020203" pitchFamily="34" charset="0"/>
              </a:rPr>
              <a:t>StudentAmbassadors.com</a:t>
            </a:r>
          </a:p>
        </p:txBody>
      </p:sp>
    </p:spTree>
    <p:extLst>
      <p:ext uri="{BB962C8B-B14F-4D97-AF65-F5344CB8AC3E}">
        <p14:creationId xmlns:p14="http://schemas.microsoft.com/office/powerpoint/2010/main" val="4197387721"/>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6E6E6"/>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0982AE4-E015-44EA-940E-980DD4AA3EAA}"/>
              </a:ext>
            </a:extLst>
          </p:cNvPr>
          <p:cNvPicPr>
            <a:picLocks noChangeAspect="1"/>
          </p:cNvPicPr>
          <p:nvPr/>
        </p:nvPicPr>
        <p:blipFill>
          <a:blip r:embed="rId3"/>
          <a:srcRect/>
          <a:stretch/>
        </p:blipFill>
        <p:spPr>
          <a:xfrm>
            <a:off x="0" y="0"/>
            <a:ext cx="12191999" cy="6858000"/>
          </a:xfrm>
          <a:prstGeom prst="rect">
            <a:avLst/>
          </a:prstGeom>
        </p:spPr>
      </p:pic>
      <p:sp>
        <p:nvSpPr>
          <p:cNvPr id="17" name="Rectangle 16">
            <a:extLst>
              <a:ext uri="{FF2B5EF4-FFF2-40B4-BE49-F238E27FC236}">
                <a16:creationId xmlns:a16="http://schemas.microsoft.com/office/drawing/2014/main" id="{02B1A4FB-C257-46D8-A4FF-A5B944547FFD}"/>
              </a:ext>
            </a:extLst>
          </p:cNvPr>
          <p:cNvSpPr/>
          <p:nvPr/>
        </p:nvSpPr>
        <p:spPr>
          <a:xfrm>
            <a:off x="584200" y="2732831"/>
            <a:ext cx="4902200" cy="1323439"/>
          </a:xfrm>
          <a:prstGeom prst="rect">
            <a:avLst/>
          </a:prstGeom>
        </p:spPr>
        <p:txBody>
          <a:bodyPr wrap="square" lIns="0">
            <a:spAutoFit/>
          </a:bodyPr>
          <a:lstStyle/>
          <a:p>
            <a:r>
              <a:rPr lang="en-US" sz="2000" dirty="0">
                <a:latin typeface="Segoe UI Light" panose="020B0502040204020203" pitchFamily="34" charset="0"/>
                <a:cs typeface="Segoe UI Light" panose="020B0502040204020203" pitchFamily="34" charset="0"/>
              </a:rPr>
              <a:t>We’re looking for student leaders with a passion for making a difference, building vibrant communities, and sharing the latest tech with their peers. </a:t>
            </a:r>
          </a:p>
        </p:txBody>
      </p:sp>
      <p:pic>
        <p:nvPicPr>
          <p:cNvPr id="22" name="MS logo gray - EMF" descr="Microsoft logo, gray text version">
            <a:extLst>
              <a:ext uri="{FF2B5EF4-FFF2-40B4-BE49-F238E27FC236}">
                <a16:creationId xmlns:a16="http://schemas.microsoft.com/office/drawing/2014/main" id="{E9676743-8B0D-466A-88CE-26A357BEB41B}"/>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bwMode="black">
          <a:xfrm>
            <a:off x="10242948" y="576644"/>
            <a:ext cx="1366440" cy="292608"/>
          </a:xfrm>
          <a:prstGeom prst="rect">
            <a:avLst/>
          </a:prstGeom>
        </p:spPr>
      </p:pic>
      <p:sp>
        <p:nvSpPr>
          <p:cNvPr id="23" name="Rectangle 22">
            <a:extLst>
              <a:ext uri="{FF2B5EF4-FFF2-40B4-BE49-F238E27FC236}">
                <a16:creationId xmlns:a16="http://schemas.microsoft.com/office/drawing/2014/main" id="{FC93A2A1-B099-4308-BE9A-AFFE8602697E}"/>
              </a:ext>
            </a:extLst>
          </p:cNvPr>
          <p:cNvSpPr/>
          <p:nvPr/>
        </p:nvSpPr>
        <p:spPr>
          <a:xfrm>
            <a:off x="577849" y="1300760"/>
            <a:ext cx="6588760" cy="1200329"/>
          </a:xfrm>
          <a:prstGeom prst="rect">
            <a:avLst/>
          </a:prstGeom>
        </p:spPr>
        <p:txBody>
          <a:bodyPr wrap="square" lIns="0">
            <a:spAutoFit/>
          </a:bodyPr>
          <a:lstStyle/>
          <a:p>
            <a:r>
              <a:rPr lang="en-US" sz="3600" spc="-50" dirty="0">
                <a:ln w="3175">
                  <a:noFill/>
                </a:ln>
                <a:solidFill>
                  <a:srgbClr val="1A1A1A"/>
                </a:solidFill>
                <a:latin typeface="Segoe UI Semilight" panose="020B0402040204020203" pitchFamily="34" charset="0"/>
                <a:cs typeface="Segoe UI Semilight" panose="020B0402040204020203" pitchFamily="34" charset="0"/>
              </a:rPr>
              <a:t>Become a Microsoft</a:t>
            </a:r>
          </a:p>
          <a:p>
            <a:r>
              <a:rPr lang="en-US" sz="3600" spc="-50" dirty="0">
                <a:ln w="3175">
                  <a:noFill/>
                </a:ln>
                <a:solidFill>
                  <a:srgbClr val="1A1A1A"/>
                </a:solidFill>
                <a:latin typeface="Segoe UI Semilight" panose="020B0402040204020203" pitchFamily="34" charset="0"/>
                <a:cs typeface="Segoe UI Semilight" panose="020B0402040204020203" pitchFamily="34" charset="0"/>
              </a:rPr>
              <a:t>Student Ambassador</a:t>
            </a:r>
          </a:p>
        </p:txBody>
      </p:sp>
      <p:sp>
        <p:nvSpPr>
          <p:cNvPr id="12" name="Rectangle 11">
            <a:extLst>
              <a:ext uri="{FF2B5EF4-FFF2-40B4-BE49-F238E27FC236}">
                <a16:creationId xmlns:a16="http://schemas.microsoft.com/office/drawing/2014/main" id="{48CAED35-3488-445D-8EC1-A40B979BB3D3}"/>
              </a:ext>
            </a:extLst>
          </p:cNvPr>
          <p:cNvSpPr/>
          <p:nvPr/>
        </p:nvSpPr>
        <p:spPr>
          <a:xfrm>
            <a:off x="589092" y="5633704"/>
            <a:ext cx="4967646" cy="552784"/>
          </a:xfrm>
          <a:prstGeom prst="rect">
            <a:avLst/>
          </a:prstGeom>
          <a:solidFill>
            <a:srgbClr val="0078D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14" name="Text Placeholder 4">
            <a:extLst>
              <a:ext uri="{FF2B5EF4-FFF2-40B4-BE49-F238E27FC236}">
                <a16:creationId xmlns:a16="http://schemas.microsoft.com/office/drawing/2014/main" id="{CF428FC1-790E-4828-AECD-3193FA6B7FED}"/>
              </a:ext>
            </a:extLst>
          </p:cNvPr>
          <p:cNvSpPr txBox="1">
            <a:spLocks/>
          </p:cNvSpPr>
          <p:nvPr/>
        </p:nvSpPr>
        <p:spPr bwMode="auto">
          <a:xfrm>
            <a:off x="589094" y="5668790"/>
            <a:ext cx="4967644" cy="444845"/>
          </a:xfrm>
          <a:prstGeom prst="rect">
            <a:avLst/>
          </a:prstGeom>
          <a:noFill/>
        </p:spPr>
        <p:txBody>
          <a:bodyPr vert="horz" lIns="0" tIns="109728" rIns="0" bIns="109728" rtlCol="0" anchor="ctr">
            <a:noAutofit/>
          </a:bodyPr>
          <a:lstStyle>
            <a:defPPr>
              <a:defRPr lang="en-US"/>
            </a:defPPr>
            <a:lvl1pPr marL="0" indent="0" algn="r" defTabSz="914400" rtl="0" eaLnBrk="1" latinLnBrk="0" hangingPunct="1">
              <a:spcBef>
                <a:spcPts val="0"/>
              </a:spcBef>
              <a:buNone/>
              <a:defRPr sz="4000" kern="1200" spc="0" baseline="0">
                <a:gradFill>
                  <a:gsLst>
                    <a:gs pos="2917">
                      <a:srgbClr val="FFFFFF"/>
                    </a:gs>
                    <a:gs pos="30000">
                      <a:srgbClr val="FFFFFF"/>
                    </a:gs>
                  </a:gsLst>
                  <a:lin ang="5400000" scaled="0"/>
                </a:gra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000">
                <a:solidFill>
                  <a:srgbClr val="50E6FF"/>
                </a:solidFill>
                <a:latin typeface="Segoe UI Light" panose="020B0502040204020203" pitchFamily="34" charset="0"/>
                <a:cs typeface="Segoe UI Light" panose="020B0502040204020203" pitchFamily="34" charset="0"/>
              </a:rPr>
              <a:t>Learn more &gt; </a:t>
            </a:r>
            <a:r>
              <a:rPr lang="en-US" sz="2000">
                <a:solidFill>
                  <a:schemeClr val="bg1"/>
                </a:solidFill>
                <a:latin typeface="Segoe UI Light" panose="020B0502040204020203" pitchFamily="34" charset="0"/>
                <a:cs typeface="Segoe UI Light" panose="020B0502040204020203" pitchFamily="34" charset="0"/>
              </a:rPr>
              <a:t>StudentAmbassadors.com</a:t>
            </a:r>
          </a:p>
        </p:txBody>
      </p:sp>
    </p:spTree>
    <p:extLst>
      <p:ext uri="{BB962C8B-B14F-4D97-AF65-F5344CB8AC3E}">
        <p14:creationId xmlns:p14="http://schemas.microsoft.com/office/powerpoint/2010/main" val="686538014"/>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DAAC5AB-DB8D-455A-9B08-3651F455A709}"/>
              </a:ext>
            </a:extLst>
          </p:cNvPr>
          <p:cNvPicPr>
            <a:picLocks noChangeAspect="1"/>
          </p:cNvPicPr>
          <p:nvPr/>
        </p:nvPicPr>
        <p:blipFill>
          <a:blip r:embed="rId3"/>
          <a:srcRect/>
          <a:stretch/>
        </p:blipFill>
        <p:spPr>
          <a:xfrm>
            <a:off x="0" y="0"/>
            <a:ext cx="12191999" cy="6858000"/>
          </a:xfrm>
          <a:prstGeom prst="rect">
            <a:avLst/>
          </a:prstGeom>
        </p:spPr>
      </p:pic>
      <p:pic>
        <p:nvPicPr>
          <p:cNvPr id="22" name="MS logo gray - EMF" descr="Microsoft logo, gray text version">
            <a:extLst>
              <a:ext uri="{FF2B5EF4-FFF2-40B4-BE49-F238E27FC236}">
                <a16:creationId xmlns:a16="http://schemas.microsoft.com/office/drawing/2014/main" id="{E9676743-8B0D-466A-88CE-26A357BEB41B}"/>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bwMode="black">
          <a:xfrm>
            <a:off x="10242948" y="585788"/>
            <a:ext cx="1366440" cy="292608"/>
          </a:xfrm>
          <a:prstGeom prst="rect">
            <a:avLst/>
          </a:prstGeom>
        </p:spPr>
      </p:pic>
      <p:sp>
        <p:nvSpPr>
          <p:cNvPr id="12" name="Title 3">
            <a:extLst>
              <a:ext uri="{FF2B5EF4-FFF2-40B4-BE49-F238E27FC236}">
                <a16:creationId xmlns:a16="http://schemas.microsoft.com/office/drawing/2014/main" id="{E353A1FC-6BBE-4708-A4F2-AC0FA3B03FAA}"/>
              </a:ext>
            </a:extLst>
          </p:cNvPr>
          <p:cNvSpPr txBox="1">
            <a:spLocks/>
          </p:cNvSpPr>
          <p:nvPr/>
        </p:nvSpPr>
        <p:spPr>
          <a:xfrm>
            <a:off x="550862" y="1257485"/>
            <a:ext cx="6205538" cy="1661993"/>
          </a:xfrm>
          <a:prstGeom prst="rect">
            <a:avLst/>
          </a:prstGeom>
        </p:spPr>
        <p:txBody>
          <a:bodyPr lIns="0"/>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r>
              <a:rPr lang="en-US" sz="4400"/>
              <a:t>Move up. </a:t>
            </a:r>
            <a:br>
              <a:rPr lang="en-US" sz="4400"/>
            </a:br>
            <a:r>
              <a:rPr lang="en-US" sz="4400"/>
              <a:t>Make a difference.</a:t>
            </a:r>
          </a:p>
        </p:txBody>
      </p:sp>
      <p:sp>
        <p:nvSpPr>
          <p:cNvPr id="13" name="Rectangle 12">
            <a:extLst>
              <a:ext uri="{FF2B5EF4-FFF2-40B4-BE49-F238E27FC236}">
                <a16:creationId xmlns:a16="http://schemas.microsoft.com/office/drawing/2014/main" id="{32A390AF-0CCF-4142-A63F-C430A3C2F705}"/>
              </a:ext>
            </a:extLst>
          </p:cNvPr>
          <p:cNvSpPr/>
          <p:nvPr/>
        </p:nvSpPr>
        <p:spPr>
          <a:xfrm>
            <a:off x="580072" y="2968597"/>
            <a:ext cx="5564188" cy="1631216"/>
          </a:xfrm>
          <a:prstGeom prst="rect">
            <a:avLst/>
          </a:prstGeom>
        </p:spPr>
        <p:txBody>
          <a:bodyPr wrap="square" lIns="0">
            <a:spAutoFit/>
          </a:bodyPr>
          <a:lstStyle/>
          <a:p>
            <a:r>
              <a:rPr lang="en-US" sz="2000" dirty="0">
                <a:latin typeface="Segoe UI Light" panose="020B0502040204020203" pitchFamily="34" charset="0"/>
                <a:cs typeface="Segoe UI Light" panose="020B0502040204020203" pitchFamily="34" charset="0"/>
              </a:rPr>
              <a:t>We’re looking for student leaders with a passion for making a difference, building vibrant communities, and sharing the latest tech with their peers. Become a Microsoft Student Ambassador. </a:t>
            </a:r>
          </a:p>
          <a:p>
            <a:endParaRPr lang="en-US" sz="2000" dirty="0">
              <a:latin typeface="Segoe UI Light" panose="020B0502040204020203" pitchFamily="34" charset="0"/>
              <a:cs typeface="Segoe UI Light" panose="020B0502040204020203" pitchFamily="34" charset="0"/>
            </a:endParaRPr>
          </a:p>
        </p:txBody>
      </p:sp>
      <p:sp>
        <p:nvSpPr>
          <p:cNvPr id="9" name="Rectangle 8">
            <a:extLst>
              <a:ext uri="{FF2B5EF4-FFF2-40B4-BE49-F238E27FC236}">
                <a16:creationId xmlns:a16="http://schemas.microsoft.com/office/drawing/2014/main" id="{41CC38DA-BAB9-440F-A88E-EB96250F8A40}"/>
              </a:ext>
            </a:extLst>
          </p:cNvPr>
          <p:cNvSpPr/>
          <p:nvPr/>
        </p:nvSpPr>
        <p:spPr>
          <a:xfrm>
            <a:off x="589092" y="5633704"/>
            <a:ext cx="3642037" cy="552784"/>
          </a:xfrm>
          <a:prstGeom prst="rect">
            <a:avLst/>
          </a:prstGeom>
          <a:solidFill>
            <a:srgbClr val="5C2D9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14" name="Text Placeholder 4">
            <a:extLst>
              <a:ext uri="{FF2B5EF4-FFF2-40B4-BE49-F238E27FC236}">
                <a16:creationId xmlns:a16="http://schemas.microsoft.com/office/drawing/2014/main" id="{4E5A9D4A-9C00-4F51-92B9-787C6F9408EB}"/>
              </a:ext>
            </a:extLst>
          </p:cNvPr>
          <p:cNvSpPr txBox="1">
            <a:spLocks/>
          </p:cNvSpPr>
          <p:nvPr/>
        </p:nvSpPr>
        <p:spPr bwMode="auto">
          <a:xfrm>
            <a:off x="589094" y="5668790"/>
            <a:ext cx="3642035" cy="444845"/>
          </a:xfrm>
          <a:prstGeom prst="rect">
            <a:avLst/>
          </a:prstGeom>
          <a:noFill/>
        </p:spPr>
        <p:txBody>
          <a:bodyPr vert="horz" lIns="0" tIns="109728" rIns="0" bIns="109728" rtlCol="0" anchor="ctr">
            <a:noAutofit/>
          </a:bodyPr>
          <a:lstStyle>
            <a:defPPr>
              <a:defRPr lang="en-US"/>
            </a:defPPr>
            <a:lvl1pPr marL="0" indent="0" algn="r" defTabSz="914400" rtl="0" eaLnBrk="1" latinLnBrk="0" hangingPunct="1">
              <a:spcBef>
                <a:spcPts val="0"/>
              </a:spcBef>
              <a:buNone/>
              <a:defRPr sz="4000" kern="1200" spc="0" baseline="0">
                <a:gradFill>
                  <a:gsLst>
                    <a:gs pos="2917">
                      <a:srgbClr val="FFFFFF"/>
                    </a:gs>
                    <a:gs pos="30000">
                      <a:srgbClr val="FFFFFF"/>
                    </a:gs>
                  </a:gsLst>
                  <a:lin ang="5400000" scaled="0"/>
                </a:gra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000">
                <a:solidFill>
                  <a:schemeClr val="bg1"/>
                </a:solidFill>
                <a:latin typeface="Segoe UI Light" panose="020B0502040204020203" pitchFamily="34" charset="0"/>
                <a:cs typeface="Segoe UI Light" panose="020B0502040204020203" pitchFamily="34" charset="0"/>
              </a:rPr>
              <a:t>StudentAmbassadors.com</a:t>
            </a:r>
          </a:p>
        </p:txBody>
      </p:sp>
    </p:spTree>
    <p:extLst>
      <p:ext uri="{BB962C8B-B14F-4D97-AF65-F5344CB8AC3E}">
        <p14:creationId xmlns:p14="http://schemas.microsoft.com/office/powerpoint/2010/main" val="2696278709"/>
      </p:ext>
    </p:extLst>
  </p:cSld>
  <p:clrMapOvr>
    <a:masterClrMapping/>
  </p:clrMapOvr>
  <p:transition>
    <p:fade/>
  </p:transition>
</p:sld>
</file>

<file path=ppt/theme/theme1.xml><?xml version="1.0" encoding="utf-8"?>
<a:theme xmlns:a="http://schemas.openxmlformats.org/drawingml/2006/main" name="WHITE TEMPLATE">
  <a:themeElements>
    <a:clrScheme name="Imagine Cup 2020">
      <a:dk1>
        <a:srgbClr val="1A1A1A"/>
      </a:dk1>
      <a:lt1>
        <a:srgbClr val="FFFFFF"/>
      </a:lt1>
      <a:dk2>
        <a:srgbClr val="0D0D0D"/>
      </a:dk2>
      <a:lt2>
        <a:srgbClr val="E6E6E6"/>
      </a:lt2>
      <a:accent1>
        <a:srgbClr val="5C2D91"/>
      </a:accent1>
      <a:accent2>
        <a:srgbClr val="0078D4"/>
      </a:accent2>
      <a:accent3>
        <a:srgbClr val="8661C5"/>
      </a:accent3>
      <a:accent4>
        <a:srgbClr val="50E6FF"/>
      </a:accent4>
      <a:accent5>
        <a:srgbClr val="9BF00B"/>
      </a:accent5>
      <a:accent6>
        <a:srgbClr val="FFB900"/>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2020_ImagineCup_PromoSlides_071819" id="{4C173A58-5C7E-4FD8-8F9E-4D078AAE0561}" vid="{15101263-01B9-4E42-A03E-E89F7FF44BA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B4391967ADFE8469D6C015465AD315E" ma:contentTypeVersion="11" ma:contentTypeDescription="Create a new document." ma:contentTypeScope="" ma:versionID="f13a2570c0dafcf1d16f1867f7b9b540">
  <xsd:schema xmlns:xsd="http://www.w3.org/2001/XMLSchema" xmlns:xs="http://www.w3.org/2001/XMLSchema" xmlns:p="http://schemas.microsoft.com/office/2006/metadata/properties" xmlns:ns2="b38ad2e8-7385-42ac-a943-76e9ea801cf0" xmlns:ns3="211ea7d1-7d09-49a0-8c96-644562ad20a0" targetNamespace="http://schemas.microsoft.com/office/2006/metadata/properties" ma:root="true" ma:fieldsID="8185a95b69540e474e01cc4ce8dbe2a5" ns2:_="" ns3:_="">
    <xsd:import namespace="b38ad2e8-7385-42ac-a943-76e9ea801cf0"/>
    <xsd:import namespace="211ea7d1-7d09-49a0-8c96-644562ad20a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MediaServiceObjectDetectorVersions" minOccurs="0"/>
                <xsd:element ref="ns2:MediaServiceGenerationTime" minOccurs="0"/>
                <xsd:element ref="ns2:MediaServiceEventHashCode"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38ad2e8-7385-42ac-a943-76e9ea801cf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MediaServiceBillingMetadata" ma:index="1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11ea7d1-7d09-49a0-8c96-644562ad20a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LengthInSeconds xmlns="b38ad2e8-7385-42ac-a943-76e9ea801cf0" xsi:nil="true"/>
    <SharedWithUsers xmlns="211ea7d1-7d09-49a0-8c96-644562ad20a0">
      <UserInfo>
        <DisplayName>Victor Temple</DisplayName>
        <AccountId>2446</AccountId>
        <AccountType/>
      </UserInfo>
    </SharedWithUsers>
  </documentManagement>
</p:properties>
</file>

<file path=customXml/itemProps1.xml><?xml version="1.0" encoding="utf-8"?>
<ds:datastoreItem xmlns:ds="http://schemas.openxmlformats.org/officeDocument/2006/customXml" ds:itemID="{758FDAC0-319D-4A54-8D8E-1D42CB1F8004}">
  <ds:schemaRefs>
    <ds:schemaRef ds:uri="http://schemas.microsoft.com/sharepoint/v3/contenttype/forms"/>
  </ds:schemaRefs>
</ds:datastoreItem>
</file>

<file path=customXml/itemProps2.xml><?xml version="1.0" encoding="utf-8"?>
<ds:datastoreItem xmlns:ds="http://schemas.openxmlformats.org/officeDocument/2006/customXml" ds:itemID="{CCCC34B7-DE6C-4404-A655-95EC982A35C7}"/>
</file>

<file path=customXml/itemProps3.xml><?xml version="1.0" encoding="utf-8"?>
<ds:datastoreItem xmlns:ds="http://schemas.openxmlformats.org/officeDocument/2006/customXml" ds:itemID="{F990F116-B58F-4255-B05B-DA3808E0E5C6}">
  <ds:schemaRefs>
    <ds:schemaRef ds:uri="230e9df3-be65-4c73-a93b-d1236ebd677e"/>
    <ds:schemaRef ds:uri="71e86426-1ada-4949-a1b5-bfa39cdce573"/>
    <ds:schemaRef ds:uri="965de625-df5b-42e9-a277-2113da4f1195"/>
    <ds:schemaRef ds:uri="dcf5ddc1-fb1d-440f-849a-6450bddbaed7"/>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 ds:uri="ec745c49-1a57-4180-aacb-c8edb14de041"/>
  </ds:schemaRefs>
</ds:datastoreItem>
</file>

<file path=docMetadata/LabelInfo.xml><?xml version="1.0" encoding="utf-8"?>
<clbl:labelList xmlns:clbl="http://schemas.microsoft.com/office/2020/mipLabelMetadata">
  <clbl:label id="{1a19d03a-48bc-4359-8038-5b5f6d5847c3}"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2020_ImagineCup_PromoSlides_071819</Template>
  <TotalTime>22</TotalTime>
  <Words>414</Words>
  <Application>Microsoft Office PowerPoint</Application>
  <PresentationFormat>Widescreen</PresentationFormat>
  <Paragraphs>39</Paragraphs>
  <Slides>6</Slides>
  <Notes>6</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WHITE TEMPLATE</vt:lpstr>
      <vt:lpstr>PowerPoint Presentation</vt:lpstr>
      <vt:lpstr>PowerPoint Presentation</vt:lpstr>
      <vt:lpstr>PowerPoint Presentation</vt:lpstr>
      <vt:lpstr>PowerPoint Presentation</vt:lpstr>
      <vt:lpstr>PowerPoint Presentation</vt:lpstr>
      <vt:lpstr>PowerPoint Presentation</vt:lpstr>
    </vt:vector>
  </TitlesOfParts>
  <Manager>&lt;Comms manager name here&gt;</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Dream it.  Build it.  Live it.</dc:title>
  <dc:subject>2020 Imagine Cup</dc:subject>
  <dc:creator>Heidi Laverty</dc:creator>
  <cp:keywords/>
  <dc:description/>
  <cp:lastModifiedBy>Doug Masuda (Ascendion  Inc)</cp:lastModifiedBy>
  <cp:revision>8</cp:revision>
  <dcterms:created xsi:type="dcterms:W3CDTF">2019-07-29T16:00:21Z</dcterms:created>
  <dcterms:modified xsi:type="dcterms:W3CDTF">2025-05-27T20:09:29Z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0x0101000B4391967ADFE8469D6C015465AD315E</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
  </property>
  <property fmtid="{D5CDD505-2E9C-101B-9397-08002B2CF9AE}" pid="7" name="Track">
    <vt:lpwstr/>
  </property>
  <property fmtid="{D5CDD505-2E9C-101B-9397-08002B2CF9AE}" pid="8" name="Event Location">
    <vt:lpwstr/>
  </property>
  <property fmtid="{D5CDD505-2E9C-101B-9397-08002B2CF9AE}" pid="9" name="Campaign">
    <vt:lpwstr/>
  </property>
  <property fmtid="{D5CDD505-2E9C-101B-9397-08002B2CF9AE}" pid="10" name="IsMyDocuments">
    <vt:bool>true</vt:bool>
  </property>
  <property fmtid="{D5CDD505-2E9C-101B-9397-08002B2CF9AE}" pid="11" name="MSIP_Label_f42aa342-8706-4288-bd11-ebb85995028c_Enabled">
    <vt:lpwstr>True</vt:lpwstr>
  </property>
  <property fmtid="{D5CDD505-2E9C-101B-9397-08002B2CF9AE}" pid="12" name="MSIP_Label_f42aa342-8706-4288-bd11-ebb85995028c_SiteId">
    <vt:lpwstr>72f988bf-86f1-41af-91ab-2d7cd011db47</vt:lpwstr>
  </property>
  <property fmtid="{D5CDD505-2E9C-101B-9397-08002B2CF9AE}" pid="13" name="MSIP_Label_f42aa342-8706-4288-bd11-ebb85995028c_Ref">
    <vt:lpwstr>https://api.informationprotection.azure.com/api/72f988bf-86f1-41af-91ab-2d7cd011db47</vt:lpwstr>
  </property>
  <property fmtid="{D5CDD505-2E9C-101B-9397-08002B2CF9AE}" pid="14" name="MSIP_Label_f42aa342-8706-4288-bd11-ebb85995028c_Owner">
    <vt:lpwstr>maryfj@microsoft.com</vt:lpwstr>
  </property>
  <property fmtid="{D5CDD505-2E9C-101B-9397-08002B2CF9AE}" pid="15" name="MSIP_Label_f42aa342-8706-4288-bd11-ebb85995028c_SetDate">
    <vt:lpwstr>2017-08-29T14:27:20.8568347-07:00</vt:lpwstr>
  </property>
  <property fmtid="{D5CDD505-2E9C-101B-9397-08002B2CF9AE}" pid="16" name="MSIP_Label_f42aa342-8706-4288-bd11-ebb85995028c_Name">
    <vt:lpwstr>General</vt:lpwstr>
  </property>
  <property fmtid="{D5CDD505-2E9C-101B-9397-08002B2CF9AE}" pid="17" name="MSIP_Label_f42aa342-8706-4288-bd11-ebb85995028c_Application">
    <vt:lpwstr>Microsoft Azure Information Protection</vt:lpwstr>
  </property>
  <property fmtid="{D5CDD505-2E9C-101B-9397-08002B2CF9AE}" pid="18" name="MSIP_Label_f42aa342-8706-4288-bd11-ebb85995028c_Extended_MSFT_Method">
    <vt:lpwstr>Automatic</vt:lpwstr>
  </property>
  <property fmtid="{D5CDD505-2E9C-101B-9397-08002B2CF9AE}" pid="19" name="Sensitivity">
    <vt:lpwstr>General</vt:lpwstr>
  </property>
  <property fmtid="{D5CDD505-2E9C-101B-9397-08002B2CF9AE}" pid="20" name="MediaServiceImageTags">
    <vt:lpwstr/>
  </property>
  <property fmtid="{D5CDD505-2E9C-101B-9397-08002B2CF9AE}" pid="21" name="Order">
    <vt:r8>733900</vt:r8>
  </property>
  <property fmtid="{D5CDD505-2E9C-101B-9397-08002B2CF9AE}" pid="22" name="xd_ProgID">
    <vt:lpwstr/>
  </property>
  <property fmtid="{D5CDD505-2E9C-101B-9397-08002B2CF9AE}" pid="23" name="ComplianceAssetId">
    <vt:lpwstr/>
  </property>
  <property fmtid="{D5CDD505-2E9C-101B-9397-08002B2CF9AE}" pid="24" name="TemplateUrl">
    <vt:lpwstr/>
  </property>
  <property fmtid="{D5CDD505-2E9C-101B-9397-08002B2CF9AE}" pid="25" name="_ExtendedDescription">
    <vt:lpwstr/>
  </property>
  <property fmtid="{D5CDD505-2E9C-101B-9397-08002B2CF9AE}" pid="26" name="TriggerFlowInfo">
    <vt:lpwstr/>
  </property>
  <property fmtid="{D5CDD505-2E9C-101B-9397-08002B2CF9AE}" pid="27" name="xd_Signature">
    <vt:bool>false</vt:bool>
  </property>
</Properties>
</file>